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d422f40486431d" /><Relationship Type="http://schemas.openxmlformats.org/officeDocument/2006/relationships/extended-properties" Target="/docProps/app.xml" Id="R7069787454c7474d" /><Relationship Type="http://schemas.openxmlformats.org/officeDocument/2006/relationships/officeDocument" Target="/ppt/presentation.xml" Id="R01dbece6d92e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4d33f305c41e9"/>
  </p:sldMasterIdLst>
  <p:notesMasterIdLst>
    <p:notesMasterId xmlns:r="http://schemas.openxmlformats.org/officeDocument/2006/relationships" r:id="Rc46c4ded6fc348d9"/>
  </p:notesMasterIdLst>
  <p:sldIdLst>
    <p:sldId xmlns:r="http://schemas.openxmlformats.org/officeDocument/2006/relationships" id="256" r:id="R0549b0f48db94646"/>
    <p:sldId xmlns:r="http://schemas.openxmlformats.org/officeDocument/2006/relationships" id="257" r:id="R9a16fce7b7a64912"/>
    <p:sldId xmlns:r="http://schemas.openxmlformats.org/officeDocument/2006/relationships" id="258" r:id="R21eabe35364545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422ee779e489b" /><Relationship Type="http://schemas.openxmlformats.org/officeDocument/2006/relationships/slideMaster" Target="/ppt/slideMasters/slideMaster1.xml" Id="R1b64d33f305c41e9" /><Relationship Type="http://schemas.openxmlformats.org/officeDocument/2006/relationships/notesMaster" Target="/ppt/notesMasters/notesMaster1.xml" Id="Rc46c4ded6fc348d9" /><Relationship Type="http://schemas.openxmlformats.org/officeDocument/2006/relationships/presProps" Target="/ppt/presProps.xml" Id="R3ac5bd4517424cf4" /><Relationship Type="http://schemas.openxmlformats.org/officeDocument/2006/relationships/tableStyles" Target="/ppt/tableStyles.xml" Id="Rf09ded72431b4edd" /><Relationship Type="http://schemas.openxmlformats.org/officeDocument/2006/relationships/slide" Target="/ppt/slides/slide1.xml" Id="R0549b0f48db94646" /><Relationship Type="http://schemas.openxmlformats.org/officeDocument/2006/relationships/slide" Target="/ppt/slides/slide2.xml" Id="R9a16fce7b7a64912" /><Relationship Type="http://schemas.openxmlformats.org/officeDocument/2006/relationships/slide" Target="/ppt/slides/slide3.xml" Id="R21eabe353645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e997081e1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e66c6bed8416c" /><Relationship Type="http://schemas.openxmlformats.org/officeDocument/2006/relationships/notesMaster" Target="/ppt/notesMasters/notesMaster1.xml" Id="Rb5d1a573a00c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8bf3f24344f1e" /><Relationship Type="http://schemas.openxmlformats.org/officeDocument/2006/relationships/notesMaster" Target="/ppt/notesMasters/notesMaster1.xml" Id="R0da40766543944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ae1833e71d4097" /><Relationship Type="http://schemas.openxmlformats.org/officeDocument/2006/relationships/notesMaster" Target="/ppt/notesMasters/notesMaster1.xml" Id="Rc2cd0b32cf19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123247aa8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e67afcec0f4553" /><Relationship Type="http://schemas.openxmlformats.org/officeDocument/2006/relationships/slideLayout" Target="/ppt/slideLayouts/slideLayout1.xml" Id="R1cfc194d8eb0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c194d8eb04f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205e766574186" /><Relationship Type="http://schemas.openxmlformats.org/officeDocument/2006/relationships/notesSlide" Target="/ppt/notesSlides/notesSlide1.xml" Id="R82474d3e5e944e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a326f768e4f96" /><Relationship Type="http://schemas.openxmlformats.org/officeDocument/2006/relationships/notesSlide" Target="/ppt/notesSlides/notesSlide2.xml" Id="Rdaed01e4f78640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130eb4ba84147" /><Relationship Type="http://schemas.openxmlformats.org/officeDocument/2006/relationships/notesSlide" Target="/ppt/notesSlides/notesSlide3.xml" Id="Ree396073c9c6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3780ACEE-86EB-4694-BAD9-7F00ED37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PPTRANS | EDITABLE PPTX LOCALIZATION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4F4259-95C9-49C5-9A8F-004ED633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5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0000"/>
                </a:solidFill>
              </a:rPr>
              <a:t>Translate PowerPoint.
</a:t>
            </a:r>
            <a:r>
              <a:rPr b="1">
                <a:solidFill>
                  <a:srgbClr val="3D8DFF"/>
                </a:solidFill>
              </a:rPr>
              <a:t>Preserve the PowerPoint.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E826979-3AB3-43F9-8F94-AE53FC9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F6672"/>
                </a:solidFill>
                <a:latin typeface="Arial"/>
                <a:ea typeface="Arial"/>
                <a:cs typeface="Arial"/>
              </a:rPr>
              <a:t>PPTrans patches only planned text nodes, verifies the package, and never overwrites the source deck.</a:t>
            </a:r>
          </a:p>
        </p:txBody>
      </p:sp>
      <p:sp>
        <p:nvSpPr>
          <p:cNvPr id="4" name="showcase-status">
            <a:extLst xmlns:a="http://schemas.openxmlformats.org/drawingml/2006/main">
              <a:ext uri="{FF2B5EF4-FFF2-40B4-BE49-F238E27FC236}">
                <a16:creationId xmlns:a16="http://schemas.microsoft.com/office/drawing/2014/main" id="{0B0BB416-669A-447C-9616-292E38D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D8DFF"/>
                </a:solidFill>
                <a:latin typeface="Arial"/>
                <a:ea typeface="Arial"/>
                <a:cs typeface="Arial"/>
              </a:rPr>
              <a:t>PPTrans v2 • unreleased local showcase</a:t>
            </a:r>
          </a:p>
        </p:txBody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03CDAC54-FFB4-4143-8C3D-23C379E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7892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ransaction-title">
            <a:extLst xmlns:a="http://schemas.openxmlformats.org/drawingml/2006/main">
              <a:ext uri="{FF2B5EF4-FFF2-40B4-BE49-F238E27FC236}">
                <a16:creationId xmlns:a16="http://schemas.microsoft.com/office/drawing/2014/main" id="{F6E6069B-3D35-46AE-A168-F797A47F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translation becomes a verified transaction</a:t>
            </a:r>
          </a:p>
        </p:txBody>
      </p:sp>
      <p:sp>
        <p:nvSpPr>
          <p:cNvPr id="2" name="transaction-subtitle">
            <a:extLst xmlns:a="http://schemas.openxmlformats.org/drawingml/2006/main">
              <a:ext uri="{FF2B5EF4-FFF2-40B4-BE49-F238E27FC236}">
                <a16:creationId xmlns:a16="http://schemas.microsoft.com/office/drawing/2014/main" id="{62FB0BF8-1E98-431E-B448-8DE1C6D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672"/>
                </a:solidFill>
                <a:latin typeface="Arial"/>
                <a:ea typeface="Arial"/>
                <a:cs typeface="Arial"/>
              </a:rPr>
              <a:t>Three boundaries keep presentation content, formatting, and failures explicit.</a:t>
            </a:r>
          </a:p>
        </p:txBody>
      </p:sp>
      <p:sp>
        <p:nvSpPr>
          <p:cNvPr id="3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FA83D23A-F0BC-4FA8-9EE7-479C85C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FB9F65C3-9449-42BA-B6B0-76C4DCBB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Inspect</a:t>
            </a:r>
            <a:br/>
            <a:r>
              <a:rPr sz="1800">
                <a:solidFill>
                  <a:srgbClr val="5F6672"/>
                </a:solidFill>
              </a:rPr>
              <a:t>Stable shape IDs and source hashes locate every editable text span.</a:t>
            </a:r>
          </a:p>
        </p:txBody>
      </p:sp>
      <p:sp>
        <p:nvSpPr>
          <p:cNvPr id="5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22567450-CCF8-4C02-B07D-D78E19FD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F6DA160F-6349-4CF3-B441-8DC7944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57625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Translate</a:t>
            </a:r>
            <a:br/>
            <a:r>
              <a:rPr sz="1800">
                <a:solidFill>
                  <a:srgbClr val="5F6672"/>
                </a:solidFill>
              </a:rPr>
              <a:t>Providers return strict JSON with exact unit and span IDs in order.</a:t>
            </a:r>
          </a:p>
        </p:txBody>
      </p:sp>
      <p:sp>
        <p:nvSpPr>
          <p:cNvPr id="7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7C4B91C2-0433-42C9-B777-2B56DEFC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ECABAE4B-C0B2-42BF-98BB-51E342E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Verify</a:t>
            </a:r>
            <a:br/>
            <a:r>
              <a:rPr sz="1800">
                <a:solidFill>
                  <a:srgbClr val="5F6672"/>
                </a:solidFill>
              </a:rPr>
              <a:t>Only planned text nodes may change before the output is published atomically.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37FBD553-0954-44B4-8EAD-3D03031D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986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age-title">
            <a:extLst xmlns:a="http://schemas.openxmlformats.org/drawingml/2006/main">
              <a:ext uri="{FF2B5EF4-FFF2-40B4-BE49-F238E27FC236}">
                <a16:creationId xmlns:a16="http://schemas.microsoft.com/office/drawing/2014/main" id="{501ED28B-A53E-44A6-8CF3-2289989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 stays fixed while text changes</a:t>
            </a:r>
          </a:p>
        </p:txBody>
      </p:sp>
      <p:sp>
        <p:nvSpPr>
          <p:cNvPr id="2" name="coverage-subtitle">
            <a:extLst xmlns:a="http://schemas.openxmlformats.org/drawingml/2006/main">
              <a:ext uri="{FF2B5EF4-FFF2-40B4-BE49-F238E27FC236}">
                <a16:creationId xmlns:a16="http://schemas.microsoft.com/office/drawing/2014/main" id="{654FE77E-0E07-4374-8FA2-C6C663F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672"/>
                </a:solidFill>
                <a:latin typeface="Arial"/>
                <a:ea typeface="Arial"/>
                <a:cs typeface="Arial"/>
              </a:rPr>
              <a:t>This synthetic fixture exercises rich text, tables, Unicode, numbers, and literal values.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33400" y="21145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2762250"/>
                <a:gridCol w="2619375"/>
                <a:gridCol w="379095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Fixture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text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target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Preservation guard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Emphasis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Bold run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粗体文本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Run count unchanged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Table cell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margin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毛利率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Cell address stable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Unicode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Hello 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你好 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UTF-8 round-trip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Q3: 42.6%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Q3：42.6%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Numeric token retained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Literal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PPTrans v2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PPTrans v2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Exact text retained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C2057143-E981-47C5-A288-E915583F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9018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PPTrans demo generator</ap:Application>
  <ap:PresentationFormat>Widescreen</ap:PresentationFormat>
  <ap:Slides>3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Hehan Zhao</dc:creator>
  <lastModifiedBy>Hehan Zhao</lastModifiedBy>
  <dc:title>PPTrans v2 - verifiable OOXML translation demo</dc:title>
  <dcterms:created xsi:type="dcterms:W3CDTF">2026-08-28T00:00:00Z</dcterms:created>
  <dcterms:modified xsi:type="dcterms:W3CDTF">2026-08-28T00:00:00Z</dcterms:modified>
  <dc:subject>Synthetic fixture for PPTrans inspection, patching, and verification</dc:subject>
  <keywords>PPTrans, PowerPoint, OOXML, translation, synthetic demo</keywords>
  <dc:description>Author-owned synthetic content; contains no customer or private presentation data.</dc:description>
</coreProperties>
</file>