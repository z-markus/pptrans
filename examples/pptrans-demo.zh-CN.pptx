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d422f40486431d" /><Relationship Type="http://schemas.openxmlformats.org/officeDocument/2006/relationships/extended-properties" Target="/docProps/app.xml" Id="R7069787454c7474d" /><Relationship Type="http://schemas.openxmlformats.org/officeDocument/2006/relationships/officeDocument" Target="/ppt/presentation.xml" Id="R01dbece6d92e43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64d33f305c41e9"/>
  </p:sldMasterIdLst>
  <p:notesMasterIdLst>
    <p:notesMasterId xmlns:r="http://schemas.openxmlformats.org/officeDocument/2006/relationships" r:id="Rc46c4ded6fc348d9"/>
  </p:notesMasterIdLst>
  <p:sldIdLst>
    <p:sldId xmlns:r="http://schemas.openxmlformats.org/officeDocument/2006/relationships" id="256" r:id="R0549b0f48db94646"/>
    <p:sldId xmlns:r="http://schemas.openxmlformats.org/officeDocument/2006/relationships" id="257" r:id="R9a16fce7b7a64912"/>
    <p:sldId xmlns:r="http://schemas.openxmlformats.org/officeDocument/2006/relationships" id="258" r:id="R21eabe35364545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9422ee779e489b" /><Relationship Type="http://schemas.openxmlformats.org/officeDocument/2006/relationships/slideMaster" Target="/ppt/slideMasters/slideMaster1.xml" Id="R1b64d33f305c41e9" /><Relationship Type="http://schemas.openxmlformats.org/officeDocument/2006/relationships/notesMaster" Target="/ppt/notesMasters/notesMaster1.xml" Id="Rc46c4ded6fc348d9" /><Relationship Type="http://schemas.openxmlformats.org/officeDocument/2006/relationships/presProps" Target="/ppt/presProps.xml" Id="R3ac5bd4517424cf4" /><Relationship Type="http://schemas.openxmlformats.org/officeDocument/2006/relationships/tableStyles" Target="/ppt/tableStyles.xml" Id="Rf09ded72431b4edd" /><Relationship Type="http://schemas.openxmlformats.org/officeDocument/2006/relationships/slide" Target="/ppt/slides/slide1.xml" Id="R0549b0f48db94646" /><Relationship Type="http://schemas.openxmlformats.org/officeDocument/2006/relationships/slide" Target="/ppt/slides/slide2.xml" Id="R9a16fce7b7a64912" /><Relationship Type="http://schemas.openxmlformats.org/officeDocument/2006/relationships/slide" Target="/ppt/slides/slide3.xml" Id="R21eabe35364545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fe997081e1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1e66c6bed8416c" /><Relationship Type="http://schemas.openxmlformats.org/officeDocument/2006/relationships/notesMaster" Target="/ppt/notesMasters/notesMaster1.xml" Id="Rb5d1a573a00c49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28bf3f24344f1e" /><Relationship Type="http://schemas.openxmlformats.org/officeDocument/2006/relationships/notesMaster" Target="/ppt/notesMasters/notesMaster1.xml" Id="R0da40766543944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ae1833e71d4097" /><Relationship Type="http://schemas.openxmlformats.org/officeDocument/2006/relationships/notesMaster" Target="/ppt/notesMasters/notesMaster1.xml" Id="Rc2cd0b32cf1940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123247aa84b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e67afcec0f4553" /><Relationship Type="http://schemas.openxmlformats.org/officeDocument/2006/relationships/slideLayout" Target="/ppt/slideLayouts/slideLayout1.xml" Id="R1cfc194d8eb04f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fc194d8eb04f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205e766574186" /><Relationship Type="http://schemas.openxmlformats.org/officeDocument/2006/relationships/notesSlide" Target="/ppt/notesSlides/notesSlide1.xml" Id="R82474d3e5e944e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a326f768e4f96" /><Relationship Type="http://schemas.openxmlformats.org/officeDocument/2006/relationships/notesSlide" Target="/ppt/notesSlides/notesSlide2.xml" Id="Rdaed01e4f78640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130eb4ba84147" /><Relationship Type="http://schemas.openxmlformats.org/officeDocument/2006/relationships/notesSlide" Target="/ppt/notesSlides/notesSlide3.xml" Id="Ree396073c9c64c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780ACEE-86EB-4694-BAD9-7F00ED37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PPTRANS | 可编辑 PPTX 本地化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44F4259-95C9-49C5-9A8F-004ED633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0287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>
              <a:defRPr sz="5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00000"/>
                </a:solidFill>
              </a:rPr>
              <a:t xml:space="preserve">翻译 PowerPoint。
</a:t>
            </a:r>
            <a:r>
              <a:rPr b="1">
                <a:solidFill>
                  <a:srgbClr val="3D8DFF"/>
                </a:solidFill>
              </a:rPr>
              <a:t>保留 PowerPoint 结构。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E826979-3AB3-43F9-8F94-AE53FC92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48200"/>
            <a:ext cx="771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21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F6672"/>
                </a:solidFill>
                <a:latin typeface="Arial"/>
                <a:ea typeface="Arial"/>
                <a:cs typeface="Arial"/>
              </a:rPr>
              <a:t>PPTrans 只改目标文本，验证 OOXML，绝不覆盖源文稿。</a:t>
            </a:r>
          </a:p>
        </p:txBody>
      </p:sp>
      <p:sp>
        <p:nvSpPr>
          <p:cNvPr id="4" name="showcase-status">
            <a:extLst xmlns:a="http://schemas.openxmlformats.org/drawingml/2006/main">
              <a:ext uri="{FF2B5EF4-FFF2-40B4-BE49-F238E27FC236}">
                <a16:creationId xmlns:a16="http://schemas.microsoft.com/office/drawing/2014/main" id="{0B0BB416-669A-447C-9616-292E38D5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D8DFF"/>
                </a:solidFill>
                <a:latin typeface="Arial"/>
                <a:ea typeface="Arial"/>
                <a:cs typeface="Arial"/>
              </a:rPr>
              <a:t>PPTrans v2 • 未发布的本地展示版</a:t>
            </a:r>
          </a:p>
        </p:txBody>
      </p:sp>
      <p:sp>
        <p:nvSpPr>
          <p:cNvPr id="5" name="footer-1">
            <a:extLst xmlns:a="http://schemas.openxmlformats.org/drawingml/2006/main">
              <a:ext uri="{FF2B5EF4-FFF2-40B4-BE49-F238E27FC236}">
                <a16:creationId xmlns:a16="http://schemas.microsoft.com/office/drawing/2014/main" id="{03CDAC54-FFB4-4143-8C3D-23C379E7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178924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ransaction-title">
            <a:extLst xmlns:a="http://schemas.openxmlformats.org/drawingml/2006/main">
              <a:ext uri="{FF2B5EF4-FFF2-40B4-BE49-F238E27FC236}">
                <a16:creationId xmlns:a16="http://schemas.microsoft.com/office/drawing/2014/main" id="{F6E6069B-3D35-46AE-A168-F797A47F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让翻译成为可验证事务</a:t>
            </a:r>
          </a:p>
        </p:txBody>
      </p:sp>
      <p:sp>
        <p:nvSpPr>
          <p:cNvPr id="2" name="transaction-subtitle">
            <a:extLst xmlns:a="http://schemas.openxmlformats.org/drawingml/2006/main">
              <a:ext uri="{FF2B5EF4-FFF2-40B4-BE49-F238E27FC236}">
                <a16:creationId xmlns:a16="http://schemas.microsoft.com/office/drawing/2014/main" id="{62FB0BF8-1E98-431E-B448-8DE1C6DF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5F6672"/>
                </a:solidFill>
                <a:latin typeface="Arial"/>
                <a:ea typeface="Arial"/>
                <a:cs typeface="Arial"/>
              </a:rPr>
              <a:t>三道边界使演示内容、格式与失败状态各自明确。</a:t>
            </a:r>
          </a:p>
        </p:txBody>
      </p:sp>
      <p:sp>
        <p:nvSpPr>
          <p:cNvPr id="3" name="step-number-01">
            <a:extLst xmlns:a="http://schemas.openxmlformats.org/drawingml/2006/main">
              <a:ext uri="{FF2B5EF4-FFF2-40B4-BE49-F238E27FC236}">
                <a16:creationId xmlns:a16="http://schemas.microsoft.com/office/drawing/2014/main" id="{FA83D23A-F0BC-4FA8-9EE7-479C85CC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D0EDFA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D0EDF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step-body-01">
            <a:extLst xmlns:a="http://schemas.openxmlformats.org/drawingml/2006/main">
              <a:ext uri="{FF2B5EF4-FFF2-40B4-BE49-F238E27FC236}">
                <a16:creationId xmlns:a16="http://schemas.microsoft.com/office/drawing/2014/main" id="{FB9F65C3-9449-42BA-B6B0-76C4DCBB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检查</a:t>
            </a:r>
            <a:br/>
            <a:r>
              <a:rPr sz="1800">
                <a:solidFill>
                  <a:srgbClr val="5F6672"/>
                </a:solidFill>
              </a:rPr>
              <a:t>形状 ID 与源哈希定位可编辑文本。</a:t>
            </a:r>
          </a:p>
        </p:txBody>
      </p:sp>
      <p:sp>
        <p:nvSpPr>
          <p:cNvPr id="5" name="step-number-02">
            <a:extLst xmlns:a="http://schemas.openxmlformats.org/drawingml/2006/main">
              <a:ext uri="{FF2B5EF4-FFF2-40B4-BE49-F238E27FC236}">
                <a16:creationId xmlns:a16="http://schemas.microsoft.com/office/drawing/2014/main" id="{22567450-CCF8-4C02-B07D-D78E19FD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step-body-02">
            <a:extLst xmlns:a="http://schemas.openxmlformats.org/drawingml/2006/main">
              <a:ext uri="{FF2B5EF4-FFF2-40B4-BE49-F238E27FC236}">
                <a16:creationId xmlns:a16="http://schemas.microsoft.com/office/drawing/2014/main" id="{F6DA160F-6349-4CF3-B441-8DC79447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翻译</a:t>
            </a:r>
            <a:br/>
            <a:r>
              <a:rPr sz="1800">
                <a:solidFill>
                  <a:srgbClr val="5F6672"/>
                </a:solidFill>
              </a:rPr>
              <a:t>服务商按顺序返回包含精确单元和片段 ID 的严格 JSON。</a:t>
            </a:r>
          </a:p>
        </p:txBody>
      </p:sp>
      <p:sp>
        <p:nvSpPr>
          <p:cNvPr id="7" name="step-number-03">
            <a:extLst xmlns:a="http://schemas.openxmlformats.org/drawingml/2006/main">
              <a:ext uri="{FF2B5EF4-FFF2-40B4-BE49-F238E27FC236}">
                <a16:creationId xmlns:a16="http://schemas.microsoft.com/office/drawing/2014/main" id="{7C4B91C2-0433-42C9-B777-2B56DEFC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D0EDFA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D0EDF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step-body-03">
            <a:extLst xmlns:a="http://schemas.openxmlformats.org/drawingml/2006/main">
              <a:ext uri="{FF2B5EF4-FFF2-40B4-BE49-F238E27FC236}">
                <a16:creationId xmlns:a16="http://schemas.microsoft.com/office/drawing/2014/main" id="{ECABAE4B-C0B2-42BF-98BB-51E342ED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验证</a:t>
            </a:r>
            <a:br/>
            <a:r>
              <a:rPr sz="1800">
                <a:solidFill>
                  <a:srgbClr val="5F6672"/>
                </a:solidFill>
              </a:rPr>
              <a:t>发布前，只改目标文本。</a:t>
            </a:r>
          </a:p>
        </p:txBody>
      </p:sp>
      <p:sp>
        <p:nvSpPr>
          <p:cNvPr id="9" name="footer-2">
            <a:extLst xmlns:a="http://schemas.openxmlformats.org/drawingml/2006/main">
              <a:ext uri="{FF2B5EF4-FFF2-40B4-BE49-F238E27FC236}">
                <a16:creationId xmlns:a16="http://schemas.microsoft.com/office/drawing/2014/main" id="{37FBD553-0954-44B4-8EAD-3D03031D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98665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age-title">
            <a:extLst xmlns:a="http://schemas.openxmlformats.org/drawingml/2006/main">
              <a:ext uri="{FF2B5EF4-FFF2-40B4-BE49-F238E27FC236}">
                <a16:creationId xmlns:a16="http://schemas.microsoft.com/office/drawing/2014/main" id="{501ED28B-A53E-44A6-8CF3-22899892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文本改变，结构不变</a:t>
            </a:r>
          </a:p>
        </p:txBody>
      </p:sp>
      <p:sp>
        <p:nvSpPr>
          <p:cNvPr id="2" name="coverage-subtitle">
            <a:extLst xmlns:a="http://schemas.openxmlformats.org/drawingml/2006/main">
              <a:ext uri="{FF2B5EF4-FFF2-40B4-BE49-F238E27FC236}">
                <a16:creationId xmlns:a16="http://schemas.microsoft.com/office/drawing/2014/main" id="{654FE77E-0E07-4374-8FA2-C6C663F3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5F6672"/>
                </a:solidFill>
                <a:latin typeface="Arial"/>
                <a:ea typeface="Arial"/>
                <a:cs typeface="Arial"/>
              </a:rPr>
              <a:t>此合成样例覆盖富文本、表格、Unicode、数字和字面量。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533400" y="2114550"/>
          <a:ext xmlns:a="http://schemas.openxmlformats.org/drawingml/2006/main" cx="111252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952625"/>
                <a:gridCol w="2762250"/>
                <a:gridCol w="2619375"/>
                <a:gridCol w="3790950"/>
              </a:tblGrid>
              <a:tr h="6191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测试项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源文本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预期译文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保留校验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强调样式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粗体文本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粗体文本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Run 数不变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表格单元格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毛利率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毛利率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单元格地址稳定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Unicode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你好 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你好 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UTF-8 往返保真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数字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Q3：42.6%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Q3：42.6%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数字标记不变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字面量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PPTrans v2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PPTrans v2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文本精确保留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C2057143-E981-47C5-A288-E915583F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890188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PPTrans demo generator</ap:Application>
  <ap:PresentationFormat>Widescreen</ap:PresentationFormat>
  <ap:Slides>3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Hehan Zhao</dc:creator>
  <lastModifiedBy>Hehan Zhao</lastModifiedBy>
  <dc:title>PPTrans v2 - verifiable OOXML translation demo</dc:title>
  <dcterms:created xsi:type="dcterms:W3CDTF">2026-08-28T00:00:00Z</dcterms:created>
  <dcterms:modified xsi:type="dcterms:W3CDTF">2026-08-28T00:00:00Z</dcterms:modified>
  <dc:subject>Synthetic fixture for PPTrans inspection, patching, and verification</dc:subject>
  <keywords>PPTrans, PowerPoint, OOXML, translation, synthetic demo</keywords>
  <dc:description>Author-owned synthetic content; contains no customer or private presentation data.</dc:description>
</coreProperties>
</file>